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C72BB-6007-DA7D-420D-58141FC6E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Lexical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8240C-3E46-4CFF-4C88-953919524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Meron</a:t>
            </a:r>
            <a:r>
              <a:rPr lang="en-US" dirty="0"/>
              <a:t> </a:t>
            </a:r>
            <a:r>
              <a:rPr lang="en-US" dirty="0" err="1"/>
              <a:t>Taye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9348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B25C-C16A-8449-ADB5-4EC22675E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lexical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2A2C0-C82A-ABF6-3637-B87FAAFEE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Lexical Analysis is the initial part of reading and analyzing the program text; the text is read and divided into tokens, each of which corresponds to a symbol in the programming language e.g. a variable name, number, keyword. It is basically used to identify valid words in the input source program.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breaks down source code into small tokens based on there type before starting any process like syntax or semantics which are the next steps.</a:t>
            </a:r>
          </a:p>
        </p:txBody>
      </p:sp>
    </p:spTree>
    <p:extLst>
      <p:ext uri="{BB962C8B-B14F-4D97-AF65-F5344CB8AC3E}">
        <p14:creationId xmlns:p14="http://schemas.microsoft.com/office/powerpoint/2010/main" val="1433136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FCCC-630D-F9BA-1ACB-6F1CB8ABE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lexical Analysis in compiler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7B7C8-E2B7-046D-D4BA-EE71EE795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lexical analysis is the first phase of the compiler where a lexical </a:t>
            </a:r>
            <a:r>
              <a:rPr lang="en-US" dirty="0" err="1"/>
              <a:t>analyser</a:t>
            </a:r>
            <a:r>
              <a:rPr lang="en-US" dirty="0"/>
              <a:t> operate as an interface between the source code and the rest of the phases of a compiler. It reads the input characters of the source program, groups them into lexemes, and produces a sequence of tokens for each lexeme. The tokens are sent to the parser for syntax analysis.</a:t>
            </a:r>
          </a:p>
        </p:txBody>
      </p:sp>
    </p:spTree>
    <p:extLst>
      <p:ext uri="{BB962C8B-B14F-4D97-AF65-F5344CB8AC3E}">
        <p14:creationId xmlns:p14="http://schemas.microsoft.com/office/powerpoint/2010/main" val="182647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2E24-C72C-70A0-7D38-4E389E64A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171D-E7FD-F8BC-02FF-BDEF55779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Lexical Analysis works by breaking source code in to small pieces known as tokens and process tokenization </a:t>
            </a:r>
          </a:p>
          <a:p>
            <a:r>
              <a:rPr lang="en-US" dirty="0"/>
              <a:t>For example, if we have the following line of code in C:</a:t>
            </a:r>
          </a:p>
          <a:p>
            <a:pPr marL="0" indent="0">
              <a:buNone/>
            </a:pPr>
            <a:r>
              <a:rPr lang="en-US" dirty="0"/>
              <a:t>Int num = 10;
The Lexical Analyzer breaks this into tokens such as:
int → Keyword
num → Identifier (variable name)
= → Operator
10 → Numeric Constant
; → Special Symbol
</a:t>
            </a:r>
          </a:p>
        </p:txBody>
      </p:sp>
    </p:spTree>
    <p:extLst>
      <p:ext uri="{BB962C8B-B14F-4D97-AF65-F5344CB8AC3E}">
        <p14:creationId xmlns:p14="http://schemas.microsoft.com/office/powerpoint/2010/main" val="216207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ECB1-A027-18C7-274F-B33EE8EF9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lexical analyzer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C040F-FF85-84F1-F828-B2F7CB759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1.Input pre-processing: In this stage involves cleaning up, input takes and preparing lexical analysis this may include removing comments, white space and other non-input text from input text.
2. Tokenization: This is a process of breaking the input text into sequence of a tokens.
3. Token classification: Lexeme determines type of each token, it can be classified keyword, identifier, numbers, operators and separator.
4. Token validation: Lexeme checks each token with valid according to rule of programming language.
5. Output Generation: It is a final stage lexeme generate the outputs of the lexical analysis process, which is typically list of tokens.</a:t>
            </a:r>
          </a:p>
        </p:txBody>
      </p:sp>
    </p:spTree>
    <p:extLst>
      <p:ext uri="{BB962C8B-B14F-4D97-AF65-F5344CB8AC3E}">
        <p14:creationId xmlns:p14="http://schemas.microsoft.com/office/powerpoint/2010/main" val="501225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B542-5D37-0216-F8B6-D8071486A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token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B7AC2-C53F-923C-AEF9-3E12D25FA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Identifier
Keyword
Operator
Constants
Special symbol(@, $, #)</a:t>
            </a:r>
          </a:p>
        </p:txBody>
      </p:sp>
    </p:spTree>
    <p:extLst>
      <p:ext uri="{BB962C8B-B14F-4D97-AF65-F5344CB8AC3E}">
        <p14:creationId xmlns:p14="http://schemas.microsoft.com/office/powerpoint/2010/main" val="265827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F142-9A59-F86E-564F-BEC2859D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59EECA-58F2-9A40-EF32-7AA38B373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50219"/>
            <a:ext cx="7502260" cy="423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83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F5C6-9139-9131-5EA8-12368C9E2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EDA25-EE1F-C55E-5531-03C42612E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Within Compiler Design
Simplifies parsing: Tokens provide structure for the parser.
Error detection: Lexical errors caught early (e.g., illegal characters).
Symbol tracking: Helps build symbol tables for identifiers.</a:t>
            </a:r>
          </a:p>
        </p:txBody>
      </p:sp>
    </p:spTree>
    <p:extLst>
      <p:ext uri="{BB962C8B-B14F-4D97-AF65-F5344CB8AC3E}">
        <p14:creationId xmlns:p14="http://schemas.microsoft.com/office/powerpoint/2010/main" val="616516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6050D-D795-6469-0815-179962B3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56DFC-1CAA-3EB0-4EA0-813CF73B4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Lexical analysis is the first and foundational phase in a compiler.
It transforms raw source code into tokens, which simplify further phases (parsing, semantic analysis).
Beyond compilers, lexical analysis is widely used in developer tools and text processing.</a:t>
            </a:r>
          </a:p>
        </p:txBody>
      </p:sp>
    </p:spTree>
    <p:extLst>
      <p:ext uri="{BB962C8B-B14F-4D97-AF65-F5344CB8AC3E}">
        <p14:creationId xmlns:p14="http://schemas.microsoft.com/office/powerpoint/2010/main" val="4060418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6F18-1FCB-C3E5-C8EB-B4B3F815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9D843-1EB4-62BE-636F-7A28383D4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GeeksforGeeks – Introduction to Lexical Analysis (definition and role in compiler design). �
GeeksforGeeks
GeeksforGeeks – Lexical Analysis and Syntax Analysis overview. �
GeeksforGeeks
Shoolini University – Lexical Analysis explained with examples and tokenization process. �
DMJ</a:t>
            </a:r>
          </a:p>
        </p:txBody>
      </p:sp>
    </p:spTree>
    <p:extLst>
      <p:ext uri="{BB962C8B-B14F-4D97-AF65-F5344CB8AC3E}">
        <p14:creationId xmlns:p14="http://schemas.microsoft.com/office/powerpoint/2010/main" val="6643011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Facet</vt:lpstr>
      <vt:lpstr>Lexical Analysis </vt:lpstr>
      <vt:lpstr>What is lexical Analysis </vt:lpstr>
      <vt:lpstr>Role of lexical Analysis in compiler design </vt:lpstr>
      <vt:lpstr>Example </vt:lpstr>
      <vt:lpstr>How lexical analyzer work</vt:lpstr>
      <vt:lpstr>Types of token</vt:lpstr>
      <vt:lpstr>Diagram </vt:lpstr>
      <vt:lpstr>Real-World Applications</vt:lpstr>
      <vt:lpstr>Conclusion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 </dc:title>
  <dc:creator>Betelehem Kenaw</dc:creator>
  <cp:lastModifiedBy>Betelehem Kenaw</cp:lastModifiedBy>
  <cp:revision>4</cp:revision>
  <dcterms:created xsi:type="dcterms:W3CDTF">2026-01-02T16:49:06Z</dcterms:created>
  <dcterms:modified xsi:type="dcterms:W3CDTF">2026-01-13T08:52:08Z</dcterms:modified>
</cp:coreProperties>
</file>